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Estrategias de Backup: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completa de estructuras y datos. Base indispensable para cualquier esquema de contingencia.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Objetivo de Punto de Recuperación; define el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Objetivo de Tiempo de Recuperación; plazo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5.2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6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Interno: WAL y LSN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Write-Ahead Logging: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cambio se escribe en las páginas de datos sin haber sido persistido antes en el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Sequence Number (LSN):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Identificador único y secuencial asignado a cada transacción en el sistema.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Archivado Activo: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segmenta el log en ficheros de 16 MB y los transfiere de forma segura a storage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Point-In-Time Recovery (PITR):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Permite reproducir la secuencia de transacciones hasta el segundo exacto previo a la falla.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Análisis de Planes de Ejecución y Métricas de E/S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Medición cronométrica real del procesamiento interno en el motor de la base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indica lectura directa en memoria RAM; Read representa lectura física de disco (cuello de botella de E/S).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Recorrido exhaustivo de cada página de la tabla. Ineficiente para búsquedas selectivas sobre grandes volúmenes.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Acceso selectivo mediante estructuras balanceadas B-Tree con complejidad logarítmica O(log 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Técnicas de Indexación Aplicadas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B-Tree Único: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Búsqueda directa por documento de identidad; evita el escaneo de 100,000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 Multicolumna: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Indexación simultánea de cuenta y fecha; elimina la necesidad de ordenamiento en memoria (Sort).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Basado en Expresiones: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Creación sobre funciones de transformación (ej. LOWER); neutraliza anti-patrones en el WHERE.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Auditoría con pg_stat_statements: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acumulada para identificar las 10 consultas más lentas del sistema global.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RESULTADOS COMPARATIVOS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Impacto de la Optimización: De Sequential Scan a Index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Métricas de Desempeño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1 (Búsqueda por DNI):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latencia se redujo de 13.71 ms a 0.12 ms; las lecturas pasaron de 1,301 bloques a 4 bloques (mejora &gt;110x).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2 (Cuentas y Fechas):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compuesto evitó el algoritmo Quicksort en memoria, disminuyendo el tiempo de 28.5 ms a 0.45 ms.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3 (Uso de LOWER):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consulta no utilizaba el índice estándar por evaluación en fila; el índice funcional redujo la espera de 42.1 ms a 0.28 ms.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Eficiencia General: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Menor contención de memoria compartida y liberación inmediata de conexiones en el pool.</a:t>
            </a:r>
          </a:p>
        </p:txBody>
      </p:sp>
      <p:pic>
        <p:nvPicPr>
          <p:cNvPr id="8" name="Picture 7" descr="grafico_optimizaci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